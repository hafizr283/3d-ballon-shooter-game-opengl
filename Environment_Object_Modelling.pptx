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31520"/>
            <a:ext cx="13716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731520"/>
            <a:ext cx="13716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4206240"/>
            <a:ext cx="13716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4206240"/>
            <a:ext cx="13716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22960"/>
            <a:ext cx="0" cy="347472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641080" y="822960"/>
            <a:ext cx="0" cy="347472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1188720"/>
            <a:ext cx="7315200" cy="20116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&amp;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Modelling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2926080" y="3127248"/>
            <a:ext cx="32918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Defense Balloon Shooter  ·  OpenGL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Graphics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Geometric Primitives — Building Blocks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7490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5176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46888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vertices, 36 indices (12 triangles)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cube −0.5 to 0.5 per axis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Normal + TexCoord (8 floats/vertex)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single VAO across entire scene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37490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51560"/>
            <a:ext cx="265176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69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Shapes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246888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Procedural: 36 sectors × 18 stacks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coordinate generation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balloons, sun/moon, leaves, clouds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sphereVAO with EBO indices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051560"/>
            <a:ext cx="2651760" cy="37490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051560"/>
            <a:ext cx="2651760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69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600200"/>
            <a:ext cx="246888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Procedural: 36 sectors, tapered sides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base cap included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coneVAO with EBO indices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ornamental scene elements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objects are positioned and shaped via model matrix transforms: Translate · Rotate · Scale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&amp; Road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14800" cy="356616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11480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167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Plane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40480" cy="29260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cube, scaled (150 × 1 × 180)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texture tiled at scale 16× — GL_REPLACE mode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main island surface in world space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tint (0.2, 0.8, 0.2) blended with texture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114800" cy="356616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98448"/>
            <a:ext cx="4114800" cy="3474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167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 (Balloon Path)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737360"/>
            <a:ext cx="3840480" cy="29260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cube, scaled (8 × 0.1 × 90)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Asphalt texture tiled at scale 9× — GL_REPLACE mode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balloon travel corridor through the scene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Rests on top of ground at y = −0.95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Balloon — Enemy Object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662940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3611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53896"/>
            <a:ext cx="594360" cy="53035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53896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(Sphere)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69164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sphere scaled non-uniformly (0.6 × 0.8 × 0.6) producing an oval silhouette; colored blue with a procedural GPU shader pattern.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813816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58568"/>
            <a:ext cx="594360" cy="5303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2585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34440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 (Cube)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49631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thin cube (0.05 × 0.8 × 0.05) parented below the balloon body to form the string.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907792"/>
            <a:ext cx="813816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63240"/>
            <a:ext cx="594360" cy="53035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06324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34440" y="30723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 Effect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30098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hit, a scale multiplier grows over 0.15 s then resets; fragment cubes fly outward with individual velocity vectors.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712464"/>
            <a:ext cx="813816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67912"/>
            <a:ext cx="594360" cy="530352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86791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234440" y="3877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 Data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410565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position, color, scale, speed, active flag, popTimer, and fragment arrays in a C++ struct per balloon instance.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Tower — Defense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010412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01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1480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81328"/>
            <a:ext cx="457200" cy="4572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79222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brick-textured cube scaled (2 × 8 × 2) — forms the tower shaft rising from the ground.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46557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flat cube scaled (4 × 0.2 × 4) placed at the top (y = 8.0) — the shooting and standing deck.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389888"/>
            <a:ext cx="411480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481328"/>
            <a:ext cx="457200" cy="457200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21808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179222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posts (0.2 × 1.0 × 0.2) at platform corners — assembled from scaled cubes for decorative guard rails.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114800" cy="146304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54680"/>
            <a:ext cx="457200" cy="457200"/>
          </a:xfrm>
          <a:prstGeom prst="rect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1808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346557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at (0, −1.5, 0) world space; all active weapons fire from the platform level.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 — Fractal Recursive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16002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Recursive Algorithm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drawFractalTreeRec() is called recursively to depth 4. Each branch is a scaled cube (thickness × length × thickness) with bark texture. Each node spawns 3 children: Left (+25°), Right (−25°), Straight (~5°), each with additional random Z-axis rotation for organic variety. Branch scale shrinks by 0.65× per level. At depth = 0, a green sphere replaces the branch as a leaf cluster.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063240"/>
            <a:ext cx="2697480" cy="18288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063240"/>
            <a:ext cx="2697480" cy="301752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Trunk &amp; Branches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401568"/>
            <a:ext cx="2514600" cy="14173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primitive per branch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 texture applied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brown → green with depth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0.65× per recursion level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3063240"/>
            <a:ext cx="2697480" cy="18288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3063240"/>
            <a:ext cx="2697480" cy="30175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Leaf Clusters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3401568"/>
            <a:ext cx="2514600" cy="14173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at terminal nodes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= 6 × final thickness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green (0.0, 0.6, 0.0)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with leaf texture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3063240"/>
            <a:ext cx="2697480" cy="18288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3063240"/>
            <a:ext cx="2697480" cy="30175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80760" y="3401568"/>
            <a:ext cx="2514600" cy="14173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depth: 4 levels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length: 2.5 units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thickness: 0.8 units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children per branch node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356616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51790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overlapping spheres with varying sizes and offsets form one puff. Spheres are arranged in a cluster pattern — center, left, right, top variations — all at off-white color (0.95, 0.97, 1.0).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221992"/>
            <a:ext cx="822960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95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29514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ambient (0.8 × color), low diffuse (0.3 × color), zero specular — produces a uniformly bright, self-lit look without harsh shading typical for clouds.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822960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72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307238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cloud instances scattered across the sky at varied x/z positions; each drawn at scale 2.5× for convincing sky coverage.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76472"/>
            <a:ext cx="822960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496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Puffs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384962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(0,0,0) at scale(3.0, 2.5, 2.8) — Right (+1.5,−0.2,+0.5) at scale(2.2, 1.8, 2.0) — Left (−1.8,−0.1,−0.3) at scale(2.4, 1.9, 2.2) + 5 more.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 — Background Scenery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029200" cy="3611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4572000" cy="25603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scaled &amp; rotated cubes per mountain instance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base slab + central peak + snowcap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peaks and outcrops at various rotation angles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texture applied to all except white snowcap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shades: 75% → 90% → 115% of base rock color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mountain instances placed around scene perimeter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298448"/>
            <a:ext cx="3383280" cy="3611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1417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Atmospheric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Perspective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20482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cube's color is blended 40% toward sky blue (0.4, 0.5, 0.65):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560320"/>
            <a:ext cx="3063240" cy="1005840"/>
          </a:xfrm>
          <a:prstGeom prst="rect">
            <a:avLst/>
          </a:prstGeom>
          <a:solidFill>
            <a:srgbClr val="07102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finalColor =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 × rockColor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+ 0.4 × skyBlue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2356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depth haze — farther mountains appear more blue/grey.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— Tavern /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010412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01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60520" cy="358444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160520" cy="320040"/>
          </a:xfrm>
          <a:prstGeom prst="rect">
            <a:avLst/>
          </a:prstGeom>
          <a:solidFill>
            <a:srgbClr val="4E5D6C"/>
          </a:solidFill>
          <a:ln w="12700">
            <a:solidFill>
              <a:srgbClr val="4E5D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16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Exterior Shell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673352"/>
            <a:ext cx="393192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Left, right &amp; back walls from textured cubes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wall with door opening cut-out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door rotated −45°, with door handle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Overhanging roof cube slightly wider than base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floor: 2 windows — Upper floor: 3 windows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glass color (0.4, 0.6, 0.8) for window panes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90872" y="1298448"/>
            <a:ext cx="4160520" cy="358444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1298448"/>
            <a:ext cx="416052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16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Interior Details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673352"/>
            <a:ext cx="393192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counter: scaled cube (0.45W × 0.9 × 0.8)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bar stools: legs + seat cubes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table: center post + flat top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chairs: seat, back-rest, legs per chair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Shelves with decorative bottle cubes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Hanging ceiling lantern (0.2 × 0.2 × 0.2)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Projectiles — Bullet &amp; Arrow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749808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WEAPON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14800" cy="3611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114800" cy="32004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Bullet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74904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scale(0.025, 0.025, 0.12) — Brass color (0.78, 0.57, 0.11)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scale(0.020, 0.020, 0.06) at z+0.08 — Copper (0.65, 0.40, 0.15)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scale(0.018, 0.018, 0.005) at z−0.065 — Dark gray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Quaternion (glm::toMat4) aligns all 3 cubes to velocity vector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Shininess: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(casing) / 80 (tip) / 32 (primer) for realistic metal sheen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160520" cy="3611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98448"/>
            <a:ext cx="4160520" cy="32004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84048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cube scale(0.032, 0.032, 0.95) — warm wood color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Arrowhead: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perpendicular thin cubes (cross-blade) at z = +0.54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Collar: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ring cube scale(0.048, 0.048, 0.03) at z = +0.42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Fletching: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feather cubes at z = −0.40 with 0° / 90° / 45° orientations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Nock: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brown cap scale(0.04, 0.04, 0.025) at tail z = −0.48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First-Person Weapons (FPS View)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FPS OVERLAY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60520" cy="358444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160520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16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673352"/>
            <a:ext cx="393192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cube components assembled per frame in screen space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Barrel: scale(0.022, 0.022, 0.28) — gunmetal grey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 bore (dark hole) at tip z = 0.325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Receiver/slide with 4 decorative serration cuts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rotated 12° on X-axis for natural hold angle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guard (bar + post), trigger (rotated 20°), front sight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90872" y="1298448"/>
            <a:ext cx="4160520" cy="358444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1298448"/>
            <a:ext cx="4160520" cy="32004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16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Arrow (Bezier Shaft)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673352"/>
            <a:ext cx="393192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14-segment shaft using cubic Bezier control points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pts: Cp0(−0.35), Cp1(−0.12), Cp2(+0.12), Cp3(+0.35)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tapers: 0.013 × (1 − 0.25 × halfDist) per segment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Cross-blade arrowhead: scale(0.045, 0.009, 0.15) × 2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collar ring + 3 fletching feathers at −0.40 offset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as FPS overlay — no depth conflict with scene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Water, Beach &amp; 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651760" cy="3611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2651760" cy="32004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16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Ocean Water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1673352"/>
            <a:ext cx="251460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very large flat cubes per side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scale(500, 0.5, 160)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blue-grey (0.2, 0.3, 0.5)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no wave simulation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Surrounds island on all sides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298448"/>
            <a:ext cx="2651760" cy="3611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298448"/>
            <a:ext cx="265176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316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Beach / Shoreline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1673352"/>
            <a:ext cx="251460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flat cubes along each island edge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color (0.8, 0.7, 0.5) — sandy look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scale(150, 0.15, 8) per beach strip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above water level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transition to grass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1298448"/>
            <a:ext cx="2834640" cy="3611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1298448"/>
            <a:ext cx="283464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316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89320" y="1673352"/>
            <a:ext cx="2697480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Hull: outer + inner + keel cubes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waterline stripe + plank cubes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5 units tall with boom &amp; rigging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sail: textured (sail.jpg)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with windows; anchor chain detail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Rain — Particle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271016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/ FX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356616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81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Particle Shape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67712" y="148132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raindrop is a tiny cube scaled (0.02 × 0.23 × 0.02) — very tall and thin to mimic a falling streak.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066544"/>
            <a:ext cx="822960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21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Tilt &amp; Color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14° on the X-axis to simulate falling at a wind angle; pale blue color (0.6, 0.7, 0.9).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706624"/>
            <a:ext cx="822960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61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Particle Count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67712" y="276148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active Raindrop structs; each stores position, fall speed, and an active flag.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46704"/>
            <a:ext cx="822960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01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Spawn &amp; Update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67712" y="340156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spawn at random (x, z) above the scene; fall downward each frame by speed × deltaTime, reset at ground level.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986784"/>
            <a:ext cx="8229600" cy="0"/>
          </a:xfrm>
          <a:prstGeom prst="line">
            <a:avLst/>
          </a:prstGeom>
          <a:noFill/>
          <a:ln w="1016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67712" y="404164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raindrops within 100 units of the camera are drawn — avoids wasting GPU on off-screen particles.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Sky, Sun &amp; Moon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118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15768" cy="3611880"/>
          </a:xfrm>
          <a:prstGeom prst="rect">
            <a:avLst/>
          </a:prstGeom>
          <a:solidFill>
            <a:srgbClr val="0A2744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271576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167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Sky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1709928"/>
            <a:ext cx="2532888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sky mesh — uses glClearColor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(0.53, 0.81, 0.92) — sky blue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glClear clears color + depth buffer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Sun: sphere radius 5, yellow (1.0, 1.0, 0.4)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298448"/>
            <a:ext cx="2715768" cy="3611880"/>
          </a:xfrm>
          <a:prstGeom prst="rect">
            <a:avLst/>
          </a:prstGeom>
          <a:solidFill>
            <a:srgbClr val="070D14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298448"/>
            <a:ext cx="271576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167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Sky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4408" y="1709928"/>
            <a:ext cx="2532888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(0.05, 0.05, 0.1) — dark navy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Moon: same sphere, cool white (0.9, 0.9, 1.0)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light reduced for night effect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lights illuminate scene at night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298448"/>
            <a:ext cx="2715768" cy="3611880"/>
          </a:xfrm>
          <a:prstGeom prst="rect">
            <a:avLst/>
          </a:prstGeom>
          <a:solidFill>
            <a:srgbClr val="1A1F26"/>
          </a:solidFill>
          <a:ln w="19050">
            <a:solidFill>
              <a:srgbClr val="3747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298448"/>
            <a:ext cx="2715768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3167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Thunder / Rain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17336" y="1709928"/>
            <a:ext cx="2532888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color: (0.40, 0.40, 0.45) — stormy grey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between states on thunder event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particles enabled when isRaining = true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isThunder flag triggers brief bright flash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&amp; Moon share a single sphere object — only color and position change based on time-of-day flag.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Pipeline — Draw Order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411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glClearColor sets background; glClear clears color + depth buffers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207008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98448"/>
            <a:ext cx="411480" cy="4114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13048" y="12984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 / Moon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0128" y="16824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drawn with simple ourShader (no lighting calc)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17336" y="1207008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298448"/>
            <a:ext cx="411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11696" y="12984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Clouds → Ground → Road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08776" y="168249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layer: 5 clouds, grass island, asphalt road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560320"/>
            <a:ext cx="411480" cy="41148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Trees / Mountains / Buildings / Fence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294436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scenery: fractal trees, multi-cube mountains, taverns, fence posts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468880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2560320"/>
            <a:ext cx="41148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13048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Tower → Balloons → Projectiles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0128" y="294436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objects drawn in order; balloons may flash red on game-over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17336" y="2468880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2560320"/>
            <a:ext cx="411480" cy="411480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11696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→ Beach → Ship → Dock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08776" y="294436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surroundings, sandy borders, sailing vessel, pier structure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730752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822192"/>
            <a:ext cx="411480" cy="4114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3822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Rain Particles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420624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raindrop cubes drawn if isRaining is active (conditionally enabled)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18688" y="3730752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10128" y="3822192"/>
            <a:ext cx="411480" cy="411480"/>
          </a:xfrm>
          <a:prstGeom prst="rect">
            <a:avLst/>
          </a:prstGeom>
          <a:solidFill>
            <a:srgbClr val="4E5D6C"/>
          </a:solidFill>
          <a:ln w="12700">
            <a:solidFill>
              <a:srgbClr val="4E5D6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13048" y="3822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FPS Weapon Overlay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310128" y="420624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 or Arrow drawn in screen space on top of 3D scene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17336" y="3730752"/>
            <a:ext cx="2743200" cy="114300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08776" y="3822192"/>
            <a:ext cx="41148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8776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711696" y="3822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HUD — Score Display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08776" y="420624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7-segment digit display rendered orthographically in pixel space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1480" y="481888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objects share a single cubeVAO (36 indices / 24 vertices).  Sphere and Cone have their own dedicated VAOs.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 &amp; Object Modelling</dc:title>
  <dc:subject>PptxGenJS Presentation</dc:subject>
  <dc:creator>PptxGenJS</dc:creator>
  <cp:lastModifiedBy>PptxGenJS</cp:lastModifiedBy>
  <cp:revision>1</cp:revision>
  <dcterms:created xsi:type="dcterms:W3CDTF">2026-04-14T17:30:18Z</dcterms:created>
  <dcterms:modified xsi:type="dcterms:W3CDTF">2026-04-14T17:30:18Z</dcterms:modified>
</cp:coreProperties>
</file>